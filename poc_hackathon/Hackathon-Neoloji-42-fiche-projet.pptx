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Consignes : remplacez chaque texte d'exemple par vos informations (nom de la structure, porteur du challenge, résumé, attendus, livrables). Restez synthétique : une seule slide, lisible en 1 minute. Renvoyez votre fiche à l'équipe Neoloji avant la visio de cadrage de la veille.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a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29184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20040" y="320040"/>
            <a:ext cx="2651760" cy="86868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 1" descr="ne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466344"/>
            <a:ext cx="978408" cy="576072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1645920" y="457200"/>
            <a:ext cx="0" cy="594360"/>
          </a:xfrm>
          <a:prstGeom prst="line">
            <a:avLst/>
          </a:prstGeom>
          <a:noFill/>
          <a:ln w="12700">
            <a:solidFill>
              <a:srgbClr val="DCDAE8"/>
            </a:solidFill>
            <a:prstDash val="solid"/>
          </a:ln>
        </p:spPr>
      </p:sp>
      <p:pic>
        <p:nvPicPr>
          <p:cNvPr id="6" name="Image 2" descr="f4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0512" y="502920"/>
            <a:ext cx="1024128" cy="512064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365760" y="14173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CA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HACKATHON · 8 OCTOBRE</a:t>
            </a:r>
            <a:endParaRPr lang="en-US" sz="1000" dirty="0"/>
          </a:p>
        </p:txBody>
      </p:sp>
      <p:sp>
        <p:nvSpPr>
          <p:cNvPr id="8" name="Text 3"/>
          <p:cNvSpPr txBox="1"/>
          <p:nvPr/>
        </p:nvSpPr>
        <p:spPr>
          <a:xfrm>
            <a:off x="365760" y="192024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3FBFA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STRUCTURE / PROJET</a:t>
            </a:r>
            <a:endParaRPr lang="en-US" sz="850" dirty="0"/>
          </a:p>
        </p:txBody>
      </p:sp>
      <p:sp>
        <p:nvSpPr>
          <p:cNvPr id="9" name="Text 4"/>
          <p:cNvSpPr txBox="1"/>
          <p:nvPr/>
        </p:nvSpPr>
        <p:spPr>
          <a:xfrm>
            <a:off x="365760" y="2176272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DPLIANCE</a:t>
            </a:r>
            <a:endParaRPr lang="en-US" sz="2200" dirty="0"/>
          </a:p>
        </p:txBody>
      </p:sp>
      <p:sp>
        <p:nvSpPr>
          <p:cNvPr id="10" name="Text 5"/>
          <p:cNvSpPr txBox="1"/>
          <p:nvPr/>
        </p:nvSpPr>
        <p:spPr>
          <a:xfrm>
            <a:off x="365760" y="324612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3FBFA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PORTEUR DU CHALLENGE</a:t>
            </a:r>
            <a:endParaRPr lang="en-US" sz="850" dirty="0"/>
          </a:p>
        </p:txBody>
      </p:sp>
      <p:sp>
        <p:nvSpPr>
          <p:cNvPr id="11" name="Text 6"/>
          <p:cNvSpPr txBox="1"/>
          <p:nvPr/>
        </p:nvSpPr>
        <p:spPr>
          <a:xfrm>
            <a:off x="365760" y="3502152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Hichem AMMAR-BOUDJELAL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D9D6E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Président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3657600" y="384048"/>
            <a:ext cx="384048" cy="384048"/>
          </a:xfrm>
          <a:prstGeom prst="ellipse">
            <a:avLst/>
          </a:prstGeom>
          <a:solidFill>
            <a:srgbClr val="FF8574"/>
          </a:solidFill>
          <a:ln w="12700">
            <a:solidFill>
              <a:srgbClr val="FF8574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040" y="475488"/>
            <a:ext cx="201168" cy="201168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4160520" y="38404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2A5C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Le projet en quelques mots</a:t>
            </a:r>
            <a:endParaRPr lang="en-US" sz="1700" dirty="0"/>
          </a:p>
        </p:txBody>
      </p:sp>
      <p:sp>
        <p:nvSpPr>
          <p:cNvPr id="15" name="Shape 9"/>
          <p:cNvSpPr/>
          <p:nvPr/>
        </p:nvSpPr>
        <p:spPr>
          <a:xfrm>
            <a:off x="3657600" y="914400"/>
            <a:ext cx="5120640" cy="1188720"/>
          </a:xfrm>
          <a:prstGeom prst="roundRect">
            <a:avLst>
              <a:gd name="adj" fmla="val 9231"/>
            </a:avLst>
          </a:prstGeom>
          <a:solidFill>
            <a:srgbClr val="F4F3FA"/>
          </a:solidFill>
          <a:ln w="12700">
            <a:solidFill>
              <a:srgbClr val="F4F3FA"/>
            </a:solidFill>
            <a:prstDash val="solid"/>
          </a:ln>
        </p:spPr>
      </p:sp>
      <p:sp>
        <p:nvSpPr>
          <p:cNvPr id="16" name="Text 10"/>
          <p:cNvSpPr txBox="1"/>
          <p:nvPr/>
        </p:nvSpPr>
        <p:spPr>
          <a:xfrm>
            <a:off x="3840480" y="1024128"/>
            <a:ext cx="47548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F2A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Red Team IA est un auditeur de sécurité autonome, piloté par un LLM : il cartographie une cible autorisée, identifie ses faiblesses, adapte sa stratégie en continu et prouve chaque vulnérabilité de façon reproductible. Un PoC fonctionnel existe déjà (LangGraph + nuclei, nmap, sqlmap) ; objectif du jour : le faire passer un cap.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3657600" y="2377440"/>
            <a:ext cx="24231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4E2EF"/>
            </a:solidFill>
            <a:prstDash val="solid"/>
          </a:ln>
          <a:effectLst>
            <a:outerShdw sx="100000" sy="100000" kx="0" ky="0" algn="bl" rotWithShape="0" blurRad="101600" dist="25400" dir="5400000">
              <a:srgbClr val="2F2A5C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3840480" y="2560320"/>
            <a:ext cx="384048" cy="384048"/>
          </a:xfrm>
          <a:prstGeom prst="ellipse">
            <a:avLst/>
          </a:prstGeom>
          <a:solidFill>
            <a:srgbClr val="3FBFAE"/>
          </a:solidFill>
          <a:ln w="12700">
            <a:solidFill>
              <a:srgbClr val="3FBFAE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1920" y="2651760"/>
            <a:ext cx="201168" cy="201168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4343400" y="256032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2A5C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Les attendus</a:t>
            </a:r>
            <a:endParaRPr lang="en-US" sz="1500" dirty="0"/>
          </a:p>
        </p:txBody>
      </p:sp>
      <p:sp>
        <p:nvSpPr>
          <p:cNvPr id="21" name="Text 14"/>
          <p:cNvSpPr txBox="1"/>
          <p:nvPr/>
        </p:nvSpPr>
        <p:spPr>
          <a:xfrm>
            <a:off x="3840480" y="309067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8A86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Vos objectifs pour la journée</a:t>
            </a:r>
            <a:endParaRPr lang="en-US" sz="950" dirty="0"/>
          </a:p>
        </p:txBody>
      </p:sp>
      <p:sp>
        <p:nvSpPr>
          <p:cNvPr id="22" name="Text 15"/>
          <p:cNvSpPr txBox="1"/>
          <p:nvPr/>
        </p:nvSpPr>
        <p:spPr>
          <a:xfrm>
            <a:off x="3840480" y="356616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F2A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Gagner en autonomie et en pertinence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F2A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Intégrer de nouveaux outils d'analyse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F2A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Orchestrer plusieurs agents IA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355080" y="2377440"/>
            <a:ext cx="24231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4E2EF"/>
            </a:solidFill>
            <a:prstDash val="solid"/>
          </a:ln>
          <a:effectLst>
            <a:outerShdw sx="100000" sy="100000" kx="0" ky="0" algn="bl" rotWithShape="0" blurRad="101600" dist="25400" dir="5400000">
              <a:srgbClr val="2F2A5C">
                <a:alpha val="10000"/>
              </a:srgbClr>
            </a:outerShdw>
          </a:effectLst>
        </p:spPr>
      </p:sp>
      <p:sp>
        <p:nvSpPr>
          <p:cNvPr id="24" name="Shape 17"/>
          <p:cNvSpPr/>
          <p:nvPr/>
        </p:nvSpPr>
        <p:spPr>
          <a:xfrm>
            <a:off x="6537960" y="2560320"/>
            <a:ext cx="384048" cy="384048"/>
          </a:xfrm>
          <a:prstGeom prst="ellipse">
            <a:avLst/>
          </a:prstGeom>
          <a:solidFill>
            <a:srgbClr val="ECAD34"/>
          </a:solidFill>
          <a:ln w="12700">
            <a:solidFill>
              <a:srgbClr val="ECAD34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9400" y="2651760"/>
            <a:ext cx="201168" cy="201168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7040880" y="256032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2A5C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Les livrables</a:t>
            </a:r>
            <a:endParaRPr lang="en-US" sz="1500" dirty="0"/>
          </a:p>
        </p:txBody>
      </p:sp>
      <p:sp>
        <p:nvSpPr>
          <p:cNvPr id="27" name="Text 19"/>
          <p:cNvSpPr txBox="1"/>
          <p:nvPr/>
        </p:nvSpPr>
        <p:spPr>
          <a:xfrm>
            <a:off x="6537960" y="309067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8A86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 que vous produirez</a:t>
            </a:r>
            <a:endParaRPr lang="en-US" sz="950" dirty="0"/>
          </a:p>
        </p:txBody>
      </p:sp>
      <p:sp>
        <p:nvSpPr>
          <p:cNvPr id="28" name="Text 20"/>
          <p:cNvSpPr txBox="1"/>
          <p:nvPr/>
        </p:nvSpPr>
        <p:spPr>
          <a:xfrm>
            <a:off x="6537960" y="356616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F2A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Du code testé et fonctionnel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F2A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Une démonstration d'audit complète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F2A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Une architecture documentée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Hackathon Neoloji × 42 Angoulême — fiche projet</dc:title>
  <dc:subject>PptxGenJS Presentation</dc:subject>
  <dc:creator>PptxGenJS</dc:creator>
  <cp:lastModifiedBy>PptxGenJS</cp:lastModifiedBy>
  <cp:revision>1</cp:revision>
  <dcterms:created xsi:type="dcterms:W3CDTF">2026-09-30T06:45:46Z</dcterms:created>
  <dcterms:modified xsi:type="dcterms:W3CDTF">2026-09-30T06:45:46Z</dcterms:modified>
</cp:coreProperties>
</file>